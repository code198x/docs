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9"/>
  </p:notesMasterIdLst>
  <p:sldIdLst>
    <p:sldId id="257" r:id="rId3"/>
    <p:sldId id="317" r:id="rId36"/>
    <p:sldId id="318" r:id="rId39"/>
    <p:sldId id="319" r:id="rId40"/>
    <p:sldId id="320" r:id="rId41"/>
    <p:sldId id="321" r:id="rId42"/>
    <p:sldId id="322" r:id="rId43"/>
    <p:sldId id="256" r:id="rId20"/>
    <p:sldId id="307" r:id="rId12"/>
    <p:sldId id="308" r:id="rId13"/>
    <p:sldId id="309" r:id="rId14"/>
    <p:sldId id="310" r:id="rId15"/>
    <p:sldId id="311" r:id="rId16"/>
    <p:sldId id="312" r:id="rId17"/>
    <p:sldId id="314" r:id="rId18"/>
    <p:sldId id="313" r:id="rId19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70" r:id="rId29"/>
    <p:sldId id="271" r:id="rId30"/>
    <p:sldId id="272" r:id="rId31"/>
    <p:sldId id="316" r:id="rId32"/>
    <p:sldId id="273" r:id="rId33"/>
    <p:sldId id="275" r:id="rId34"/>
    <p:sldId id="297" r:id="rId37"/>
    <p:sldId id="276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D5B7A"/>
    <a:srgbClr val="FEFCF8"/>
    <a:srgbClr val="01A9F5"/>
    <a:srgbClr val="FFC108"/>
    <a:srgbClr val="F443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22"/>
    <p:restoredTop sz="94623"/>
  </p:normalViewPr>
  <p:slideViewPr>
    <p:cSldViewPr snapToGrid="0">
      <p:cViewPr>
        <p:scale>
          <a:sx n="98" d="100"/>
          <a:sy n="98" d="100"/>
        </p:scale>
        <p:origin x="-144" y="3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7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6" Type="http://schemas.openxmlformats.org/officeDocument/2006/relationships/slide" Target="slides/slide32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59" Type="http://schemas.openxmlformats.org/officeDocument/2006/relationships/notesMaster" Target="notesMasters/notesMaster1.xml"/><Relationship Id="rId60" Type="http://schemas.openxmlformats.org/officeDocument/2006/relationships/presProps" Target="presProps.xml"/><Relationship Id="rId61" Type="http://schemas.openxmlformats.org/officeDocument/2006/relationships/viewProps" Target="viewProps.xml"/><Relationship Id="rId62" Type="http://schemas.openxmlformats.org/officeDocument/2006/relationships/theme" Target="theme/theme1.xml"/><Relationship Id="rId6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3A3C0D-5D6B-9743-BB84-25FAC7C8F3B4}" type="datetimeFigureOut">
              <a:rPr lang="en-US" smtClean="0"/>
              <a:t>5/13/25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267521-6D5E-5F48-ABD5-1354D96E1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134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D7F7D-4C02-3116-D39A-53A43B5DD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265BA4-9C5F-E86E-6EBA-89CD7066BF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E2CD8C-1FF1-4ABD-1CDC-959ED6308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BB8AD1-90E5-5757-86F7-9F9992180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6EF44-030F-30B0-4181-838901CB3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791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38D9D-0FAD-0E02-8AF6-E9585A12B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E6D56-7BCF-B6DB-8419-9406473C80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0995B-CC6D-A738-DC56-6D467E3DA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7069F-F7DF-AAFA-4719-235C67323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61CEF-F869-746C-84DE-E60419095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656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048B9-98EC-27CD-6D04-30C67C43E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7B9C5E-1B78-076C-B5CF-BBB961550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535C3-8C33-2853-FD4E-41F45AB53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0C1DB-09EB-4C3B-B9D3-22DAC0AE5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64C0DE-476D-00B6-E95A-7AAA37776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409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E3A76-E351-ECDD-68BE-B40928158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36269-876A-32D4-D67D-D1AEA5EEA3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C18951-0B4E-54A2-CCF5-4250C20A96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FEBE58-71B4-40F1-CCFE-D2241A40C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12F50B-391E-1809-A09D-7D021FE27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E222CF-404D-DB87-540A-4664F10A5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388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DB915-85AE-3F9A-6A14-2720E05C1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23737D-555D-AA70-8867-4AAB8223B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81CC3D-DFF2-3470-14F0-B4A00AB352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D61964-730B-C1CF-0978-E165401142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F524DE-6075-76D2-0B0D-E43335FB3C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6E4DD7-FC72-D554-B3B3-E21662434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B52903-F04A-87B0-20DB-06F6290E2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0CAB44-D881-6B40-D540-913604AD3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736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E8A6A-C8E4-854D-1B77-97FE49DED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D0A3C8-6528-08CC-6D59-D95BB0B02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A11964-268B-C058-9FE8-A88CD7230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ECC3FA-A9DE-F9DC-B30D-7B256E662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406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223C73-25C1-D927-26F3-1FAF1782E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5230CA-8F81-FD96-7F19-2C9C4D4BF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1F399A-8942-E5B8-21C0-11304C033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331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15798-5706-DF9E-6963-6985D11D2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2244B-F88F-3F4B-EB42-BB6F5B034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6B75C7-7691-476B-434A-BB0127017A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2C9220-547E-9205-16DB-F50564CEC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7854BB-1B8B-DF8C-EE1A-1786FD6D8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89E1C3-FF22-1749-6D23-EBDEA1EB9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552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5396C-9B11-09CA-CD33-96064AD0C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45BBB4-9DF3-DB5F-F76E-F7C7F87035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239975-23E1-EBA8-D3E2-4EFD788F6D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414D3A-3DD1-05AD-2D40-6B558B678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88B72A-6C91-73C7-AF48-18E03E7BF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E8B520-93D1-914E-9776-50A76851F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9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BFB4C-5FEA-3DD6-2001-3562398E4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1E97D5-15B7-8CE2-FA68-A829E0E2E8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D135C-A98B-7861-0568-4ACEBD4B0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BF320-AD95-B7A4-11C7-3A49442C8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8CCF7D-530B-E9A7-7169-F2694F737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998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12FC43-F4C9-E951-ADE9-C4DF4F7096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E8766D-3CCD-2FBF-C661-05E0405DA1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508D7-D209-AA4E-938E-DDD12736B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6762A-CA19-9643-C3D5-B173BC190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A1090-A4CF-8EB8-91EC-AD8307038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81616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A9AEC3-1808-0750-B0B0-3269FE4D5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04B59D-44CF-0957-C88F-10FFE32B2B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54B360-DC08-2FA1-EBB5-40D620EC7A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A38B1-17CF-CF7C-CEA8-6B5C34BE59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3F8D3-5E1E-7A00-F98E-BEDA91496E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993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gif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72F08B4-B076-9D07-B3D0-0093848C2A45}"/>
              </a:ext>
            </a:extLst>
          </p:cNvPr>
          <p:cNvSpPr txBox="1"/>
          <p:nvPr/>
        </p:nvSpPr>
        <p:spPr>
          <a:xfrm>
            <a:off x="2473872" y="2274838"/>
            <a:ext cx="7244291" cy="2308324"/>
          </a:xfrm>
          <a:prstGeom prst="rect">
            <a:avLst/>
          </a:prstGeom>
          <a:noFill/>
          <a:ln>
            <a:solidFill>
              <a:srgbClr val="FEFCF8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I’m going to tell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you a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story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940835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35953B40-C23A-68F1-CACF-1AC59FB3F5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60806" y="400851"/>
            <a:ext cx="5070389" cy="60562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12D4D3E-78C9-3EE7-258C-D78E6A1FDEF8}"/>
              </a:ext>
            </a:extLst>
          </p:cNvPr>
          <p:cNvSpPr txBox="1"/>
          <p:nvPr/>
        </p:nvSpPr>
        <p:spPr>
          <a:xfrm>
            <a:off x="2328530" y="3391786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118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7A94D-5E97-E30A-F4C7-3194E70BD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DB2B209-571E-4B7C-04F5-FEB1A74F4539}"/>
              </a:ext>
            </a:extLst>
          </p:cNvPr>
          <p:cNvSpPr txBox="1"/>
          <p:nvPr/>
        </p:nvSpPr>
        <p:spPr>
          <a:xfrm>
            <a:off x="1625148" y="612845"/>
            <a:ext cx="8941870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Are you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sure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?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What about all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your </a:t>
            </a:r>
            <a:r>
              <a:rPr lang="en-US" sz="7200" b="1" dirty="0">
                <a:solidFill>
                  <a:srgbClr val="01A9F5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dependencies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?</a:t>
            </a:r>
            <a:b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</a:b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Do you understand</a:t>
            </a:r>
            <a:b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</a:br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those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 too?</a:t>
            </a:r>
          </a:p>
        </p:txBody>
      </p:sp>
    </p:spTree>
    <p:extLst>
      <p:ext uri="{BB962C8B-B14F-4D97-AF65-F5344CB8AC3E}">
        <p14:creationId xmlns:p14="http://schemas.microsoft.com/office/powerpoint/2010/main" val="2364378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57C0C-1D12-E55A-86BC-AD16F6C12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E8C5F0-7E69-F128-92AA-EA55857030E3}"/>
              </a:ext>
            </a:extLst>
          </p:cNvPr>
          <p:cNvSpPr txBox="1"/>
          <p:nvPr/>
        </p:nvSpPr>
        <p:spPr>
          <a:xfrm>
            <a:off x="1474463" y="2274838"/>
            <a:ext cx="924323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It got me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thinking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about </a:t>
            </a:r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simpler times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305086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5C3C7-8AA6-08B9-3AD7-208343C93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inosaurs in a primeval jungle">
            <a:extLst>
              <a:ext uri="{FF2B5EF4-FFF2-40B4-BE49-F238E27FC236}">
                <a16:creationId xmlns:a16="http://schemas.microsoft.com/office/drawing/2014/main" id="{1FCB73C8-E496-FDBF-8DDE-AB5DDF9D1E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32012" y="0"/>
            <a:ext cx="12613194" cy="6879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A68F77B-8351-67A4-25E5-FDF8980C4C90}"/>
              </a:ext>
            </a:extLst>
          </p:cNvPr>
          <p:cNvSpPr txBox="1"/>
          <p:nvPr/>
        </p:nvSpPr>
        <p:spPr>
          <a:xfrm>
            <a:off x="2319250" y="1720840"/>
            <a:ext cx="7553670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Before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GitHub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Before </a:t>
            </a:r>
            <a:r>
              <a:rPr lang="en-US" sz="7200" b="1" dirty="0">
                <a:solidFill>
                  <a:srgbClr val="01A9F5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CI/CD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Before </a:t>
            </a:r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ChatGPT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500683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B9555-881A-B64B-A779-C7717F419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5EE6A4A-71B4-00B7-ED82-4CAA804CBECB}"/>
              </a:ext>
            </a:extLst>
          </p:cNvPr>
          <p:cNvSpPr txBox="1"/>
          <p:nvPr/>
        </p:nvSpPr>
        <p:spPr>
          <a:xfrm>
            <a:off x="1307767" y="1166843"/>
            <a:ext cx="9576660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When computers had</a:t>
            </a:r>
          </a:p>
          <a:p>
            <a:pPr algn="ctr"/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less than 0.1% 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of the</a:t>
            </a:r>
          </a:p>
          <a:p>
            <a:pPr algn="ctr"/>
            <a:r>
              <a:rPr lang="en-US" sz="7200" b="1" dirty="0">
                <a:solidFill>
                  <a:srgbClr val="01A9F5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RAM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 that they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have </a:t>
            </a:r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today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51611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5A547-6A5A-735F-0156-B0CDED2A4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FEC2BA8-B0D9-AC40-9846-22259D2DCD06}"/>
              </a:ext>
            </a:extLst>
          </p:cNvPr>
          <p:cNvSpPr txBox="1"/>
          <p:nvPr/>
        </p:nvSpPr>
        <p:spPr>
          <a:xfrm>
            <a:off x="232155" y="1720840"/>
            <a:ext cx="11727890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When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every byte 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counted.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When every </a:t>
            </a:r>
            <a:r>
              <a:rPr lang="en-US" sz="7200" b="1" dirty="0">
                <a:solidFill>
                  <a:srgbClr val="01A9F5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clock cycle</a:t>
            </a:r>
          </a:p>
          <a:p>
            <a:pPr algn="ctr"/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mattered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179787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562BA-FCD8-FDCC-B800-A40371EA2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EE8511-697B-3C67-D71D-463005C38424}"/>
              </a:ext>
            </a:extLst>
          </p:cNvPr>
          <p:cNvSpPr txBox="1"/>
          <p:nvPr/>
        </p:nvSpPr>
        <p:spPr>
          <a:xfrm>
            <a:off x="256206" y="2274838"/>
            <a:ext cx="1167980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thought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 it might be </a:t>
            </a:r>
            <a:r>
              <a:rPr lang="en-US" sz="7200" b="1" dirty="0">
                <a:solidFill>
                  <a:srgbClr val="01A9F5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fun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to go back to </a:t>
            </a:r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those times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603100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B6FBB-F002-A18A-F7D3-A5AA38A2A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car is driving through a parking lot with a store in the background (provided by Tenor)">
            <a:extLst>
              <a:ext uri="{FF2B5EF4-FFF2-40B4-BE49-F238E27FC236}">
                <a16:creationId xmlns:a16="http://schemas.microsoft.com/office/drawing/2014/main" id="{FCB95429-15E6-57D4-1750-83E0DD8FFD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22" y="0"/>
            <a:ext cx="12197442" cy="6858000"/>
          </a:xfrm>
          <a:prstGeom prst="rect">
            <a:avLst/>
          </a:prstGeom>
          <a:noFill/>
          <a:ln>
            <a:solidFill>
              <a:srgbClr val="FEFCF8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B8D5870-ECF7-5BEE-657B-EF3AE7276900}"/>
              </a:ext>
            </a:extLst>
          </p:cNvPr>
          <p:cNvSpPr txBox="1"/>
          <p:nvPr/>
        </p:nvSpPr>
        <p:spPr>
          <a:xfrm>
            <a:off x="991188" y="2274838"/>
            <a:ext cx="1020984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But I don’t have a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time</a:t>
            </a:r>
          </a:p>
          <a:p>
            <a:pPr algn="ctr"/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machine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458646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69FE3-85E4-A15A-CBE3-742DB74CD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5BDA472-8AAC-D830-D5CA-53E062F00A9F}"/>
              </a:ext>
            </a:extLst>
          </p:cNvPr>
          <p:cNvSpPr txBox="1"/>
          <p:nvPr/>
        </p:nvSpPr>
        <p:spPr>
          <a:xfrm>
            <a:off x="2269592" y="2274838"/>
            <a:ext cx="765305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So, I did the</a:t>
            </a:r>
          </a:p>
          <a:p>
            <a:pPr algn="ctr"/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next best thing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9053701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3B0EC-C126-0918-9B09-E32BDE317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7CB117-7882-2B40-0C45-89480C7D987B}"/>
              </a:ext>
            </a:extLst>
          </p:cNvPr>
          <p:cNvSpPr txBox="1"/>
          <p:nvPr/>
        </p:nvSpPr>
        <p:spPr>
          <a:xfrm>
            <a:off x="897301" y="2459504"/>
            <a:ext cx="1039739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So, what is it?</a:t>
            </a:r>
          </a:p>
        </p:txBody>
      </p:sp>
    </p:spTree>
    <p:extLst>
      <p:ext uri="{BB962C8B-B14F-4D97-AF65-F5344CB8AC3E}">
        <p14:creationId xmlns:p14="http://schemas.microsoft.com/office/powerpoint/2010/main" val="23400714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B802F-F4F6-0854-63AA-18D128B7B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86E827C-54BD-12C0-E92E-78EEB3CEC202}"/>
              </a:ext>
            </a:extLst>
          </p:cNvPr>
          <p:cNvSpPr txBox="1"/>
          <p:nvPr/>
        </p:nvSpPr>
        <p:spPr>
          <a:xfrm>
            <a:off x="1556993" y="1720840"/>
            <a:ext cx="9078127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It’s a long-term</a:t>
            </a:r>
          </a:p>
          <a:p>
            <a:pPr algn="ctr"/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side project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Like, multiple years.</a:t>
            </a:r>
          </a:p>
        </p:txBody>
      </p:sp>
    </p:spTree>
    <p:extLst>
      <p:ext uri="{BB962C8B-B14F-4D97-AF65-F5344CB8AC3E}">
        <p14:creationId xmlns:p14="http://schemas.microsoft.com/office/powerpoint/2010/main" val="5671985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02FC8-2B58-2C9D-A774-EC88B00B6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77DDBB6-15B2-8C8C-0840-C95041B3C460}"/>
              </a:ext>
            </a:extLst>
          </p:cNvPr>
          <p:cNvSpPr txBox="1"/>
          <p:nvPr/>
        </p:nvSpPr>
        <p:spPr>
          <a:xfrm>
            <a:off x="436438" y="612844"/>
            <a:ext cx="11319124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I’m aiming to recreate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the experience of</a:t>
            </a:r>
          </a:p>
          <a:p>
            <a:pPr algn="ctr"/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programming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 on vintage</a:t>
            </a:r>
          </a:p>
          <a:p>
            <a:pPr algn="ctr"/>
            <a:r>
              <a:rPr lang="en-US" sz="7200" b="1" dirty="0">
                <a:solidFill>
                  <a:srgbClr val="01A9F5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8-bit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 and </a:t>
            </a:r>
            <a:r>
              <a:rPr lang="en-US" sz="7200" b="1" dirty="0">
                <a:solidFill>
                  <a:srgbClr val="01A9F5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16-bit</a:t>
            </a:r>
          </a:p>
          <a:p>
            <a:pPr algn="ctr"/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computers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 and </a:t>
            </a:r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consoles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911862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2AD3D-E2C8-6FD4-4AFB-3ED71ACF5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6D23AC-92CE-7648-2E5E-D895F23902CF}"/>
              </a:ext>
            </a:extLst>
          </p:cNvPr>
          <p:cNvSpPr txBox="1"/>
          <p:nvPr/>
        </p:nvSpPr>
        <p:spPr>
          <a:xfrm>
            <a:off x="1221909" y="612844"/>
            <a:ext cx="9748181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I’m starting with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8-bit computers,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like the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ZX Spectrum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,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the </a:t>
            </a:r>
            <a:r>
              <a:rPr lang="en-US" sz="7200" b="1" dirty="0">
                <a:solidFill>
                  <a:srgbClr val="01A9F5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Commodore 64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and the </a:t>
            </a:r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BBC Micro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032267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50F75-42E3-9C83-53B4-01271372F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2E88960-3E05-6A50-152F-478F6350ABAE}"/>
              </a:ext>
            </a:extLst>
          </p:cNvPr>
          <p:cNvSpPr txBox="1"/>
          <p:nvPr/>
        </p:nvSpPr>
        <p:spPr>
          <a:xfrm>
            <a:off x="455674" y="1166843"/>
            <a:ext cx="11280652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From there, I’ll move on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to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consoles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, and the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16-bit computers like the</a:t>
            </a:r>
          </a:p>
          <a:p>
            <a:pPr algn="ctr"/>
            <a:r>
              <a:rPr lang="en-US" sz="7200" b="1" dirty="0">
                <a:solidFill>
                  <a:srgbClr val="01A9F5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Amiga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 and the </a:t>
            </a:r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Atari ST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320997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8D9AC-A93E-6089-F7BD-C049BD154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5950218-55D2-3E61-B6BE-7F62B7E9BD2D}"/>
              </a:ext>
            </a:extLst>
          </p:cNvPr>
          <p:cNvSpPr txBox="1"/>
          <p:nvPr/>
        </p:nvSpPr>
        <p:spPr>
          <a:xfrm>
            <a:off x="1980135" y="1536174"/>
            <a:ext cx="8231741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Why am I</a:t>
            </a:r>
          </a:p>
          <a:p>
            <a:pPr algn="ctr"/>
            <a:r>
              <a:rPr lang="en-US" sz="120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doing this?</a:t>
            </a:r>
          </a:p>
        </p:txBody>
      </p:sp>
    </p:spTree>
    <p:extLst>
      <p:ext uri="{BB962C8B-B14F-4D97-AF65-F5344CB8AC3E}">
        <p14:creationId xmlns:p14="http://schemas.microsoft.com/office/powerpoint/2010/main" val="23199468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FBB96-FDD3-6555-9607-A83456E20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9FA3DC8-0AE3-8EA0-5FE2-AF4DF2BDE088}"/>
              </a:ext>
            </a:extLst>
          </p:cNvPr>
          <p:cNvSpPr txBox="1"/>
          <p:nvPr/>
        </p:nvSpPr>
        <p:spPr>
          <a:xfrm>
            <a:off x="1613042" y="1720840"/>
            <a:ext cx="8965916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 want to rediscover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the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wonder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 of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programming.</a:t>
            </a:r>
          </a:p>
        </p:txBody>
      </p:sp>
    </p:spTree>
    <p:extLst>
      <p:ext uri="{BB962C8B-B14F-4D97-AF65-F5344CB8AC3E}">
        <p14:creationId xmlns:p14="http://schemas.microsoft.com/office/powerpoint/2010/main" val="13466380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EF2DA-77EB-13AB-9461-90834E906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E09C9D-6449-9C57-2DE8-33126AD17794}"/>
              </a:ext>
            </a:extLst>
          </p:cNvPr>
          <p:cNvSpPr txBox="1"/>
          <p:nvPr/>
        </p:nvSpPr>
        <p:spPr>
          <a:xfrm>
            <a:off x="1179433" y="1166843"/>
            <a:ext cx="9833141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 want to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explore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 how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people created</a:t>
            </a:r>
          </a:p>
          <a:p>
            <a:pPr algn="ctr"/>
            <a:r>
              <a:rPr lang="en-US" sz="7200" b="1" dirty="0">
                <a:solidFill>
                  <a:srgbClr val="01A9F5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incredible software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on </a:t>
            </a:r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limited hardware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72503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25B3F-5756-F4E4-E8D0-38200D63E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77A910-7FBB-D156-59DD-307FA64CF0F0}"/>
              </a:ext>
            </a:extLst>
          </p:cNvPr>
          <p:cNvSpPr txBox="1"/>
          <p:nvPr/>
        </p:nvSpPr>
        <p:spPr>
          <a:xfrm>
            <a:off x="662461" y="612844"/>
            <a:ext cx="10867077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 want to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demystify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low-level development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using </a:t>
            </a:r>
            <a:r>
              <a:rPr lang="en-US" sz="7200" b="1" dirty="0">
                <a:solidFill>
                  <a:srgbClr val="01A9F5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modern tools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, like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Docker, cross-compilers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and </a:t>
            </a:r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emulators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010006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A7CAC-08B2-42EA-322E-553E8CA23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1FC3615-82FE-B381-CC09-D9F07A5B5959}"/>
              </a:ext>
            </a:extLst>
          </p:cNvPr>
          <p:cNvSpPr txBox="1"/>
          <p:nvPr/>
        </p:nvSpPr>
        <p:spPr>
          <a:xfrm>
            <a:off x="959017" y="1720840"/>
            <a:ext cx="10273966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 want to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highlight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the </a:t>
            </a:r>
            <a:r>
              <a:rPr lang="en-US" sz="7200" b="1" dirty="0">
                <a:solidFill>
                  <a:srgbClr val="01A9F5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craft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 of code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in a </a:t>
            </a:r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constrained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 world.</a:t>
            </a:r>
          </a:p>
        </p:txBody>
      </p:sp>
    </p:spTree>
    <p:extLst>
      <p:ext uri="{BB962C8B-B14F-4D97-AF65-F5344CB8AC3E}">
        <p14:creationId xmlns:p14="http://schemas.microsoft.com/office/powerpoint/2010/main" val="14855089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45D12-4FF3-9A49-A087-BBFFAA4AF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2175E1D-3675-EBD2-339E-DDE6FAC87180}"/>
              </a:ext>
            </a:extLst>
          </p:cNvPr>
          <p:cNvSpPr txBox="1"/>
          <p:nvPr/>
        </p:nvSpPr>
        <p:spPr>
          <a:xfrm>
            <a:off x="1625868" y="2274838"/>
            <a:ext cx="894026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 want to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learn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,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and I want to </a:t>
            </a:r>
            <a:r>
              <a:rPr lang="en-US" sz="7200" b="1" dirty="0">
                <a:solidFill>
                  <a:srgbClr val="01A9F5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teach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085606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EBFE0-2325-7731-9F35-0855AF119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2C8B2F1-3CF6-D812-185C-777BB5CB203C}"/>
              </a:ext>
            </a:extLst>
          </p:cNvPr>
          <p:cNvSpPr txBox="1"/>
          <p:nvPr/>
        </p:nvSpPr>
        <p:spPr>
          <a:xfrm>
            <a:off x="1798196" y="2274838"/>
            <a:ext cx="859562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Also, I’m a </a:t>
            </a:r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massive</a:t>
            </a:r>
          </a:p>
          <a:p>
            <a:pPr algn="ctr"/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nerd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70841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DDDD3-163C-BBCE-4FE5-8BBC745A3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638C85F-BCA5-7BBB-3992-ED5BBF29F744}"/>
              </a:ext>
            </a:extLst>
          </p:cNvPr>
          <p:cNvSpPr txBox="1"/>
          <p:nvPr/>
        </p:nvSpPr>
        <p:spPr>
          <a:xfrm>
            <a:off x="2828122" y="1536174"/>
            <a:ext cx="6535765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How will</a:t>
            </a:r>
          </a:p>
          <a:p>
            <a:pPr algn="ctr"/>
            <a:r>
              <a:rPr lang="en-US" sz="120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it work?</a:t>
            </a:r>
          </a:p>
        </p:txBody>
      </p:sp>
    </p:spTree>
    <p:extLst>
      <p:ext uri="{BB962C8B-B14F-4D97-AF65-F5344CB8AC3E}">
        <p14:creationId xmlns:p14="http://schemas.microsoft.com/office/powerpoint/2010/main" val="20090492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44B1C-A0CA-6CBD-1DE6-8CD99E991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A813D6-ACBB-DC6D-F32E-49C23F4A839C}"/>
              </a:ext>
            </a:extLst>
          </p:cNvPr>
          <p:cNvSpPr txBox="1"/>
          <p:nvPr/>
        </p:nvSpPr>
        <p:spPr>
          <a:xfrm>
            <a:off x="2162074" y="2828836"/>
            <a:ext cx="786785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Choose a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system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081358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C3162-1F9B-E71D-66C4-ADF359B18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0E34739-B3E1-6C4D-6F1F-7C03B2D1DB93}"/>
              </a:ext>
            </a:extLst>
          </p:cNvPr>
          <p:cNvSpPr txBox="1"/>
          <p:nvPr/>
        </p:nvSpPr>
        <p:spPr>
          <a:xfrm>
            <a:off x="2515541" y="1536174"/>
            <a:ext cx="7160935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What will</a:t>
            </a:r>
          </a:p>
          <a:p>
            <a:pPr algn="ctr"/>
            <a:r>
              <a:rPr lang="en-US" sz="120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it cover?</a:t>
            </a:r>
          </a:p>
        </p:txBody>
      </p:sp>
    </p:spTree>
    <p:extLst>
      <p:ext uri="{BB962C8B-B14F-4D97-AF65-F5344CB8AC3E}">
        <p14:creationId xmlns:p14="http://schemas.microsoft.com/office/powerpoint/2010/main" val="2043771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6914F-96CA-8706-98C1-6774A5B39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50B1409-1C43-32E5-7E8A-A019E0EE0408}"/>
              </a:ext>
            </a:extLst>
          </p:cNvPr>
          <p:cNvSpPr txBox="1"/>
          <p:nvPr/>
        </p:nvSpPr>
        <p:spPr>
          <a:xfrm>
            <a:off x="2502708" y="612845"/>
            <a:ext cx="7186583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All the common</a:t>
            </a:r>
          </a:p>
          <a:p>
            <a:pPr algn="ctr"/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computers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 and</a:t>
            </a:r>
          </a:p>
          <a:p>
            <a:pPr algn="ctr"/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consoles 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from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the </a:t>
            </a:r>
            <a:r>
              <a:rPr lang="en-US" sz="7200" b="1" dirty="0">
                <a:solidFill>
                  <a:srgbClr val="01A9F5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1980s</a:t>
            </a:r>
            <a:endParaRPr lang="en-US" sz="7200" b="1" dirty="0">
              <a:solidFill>
                <a:srgbClr val="5D5B7A"/>
              </a:solidFill>
              <a:latin typeface="SN Pro Heavy" pitchFamily="2" charset="77"/>
              <a:ea typeface="Silom" pitchFamily="2" charset="-34"/>
              <a:cs typeface="Silom" pitchFamily="2" charset="-34"/>
            </a:endParaRP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and </a:t>
            </a:r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1990s.</a:t>
            </a:r>
          </a:p>
        </p:txBody>
      </p:sp>
    </p:spTree>
    <p:extLst>
      <p:ext uri="{BB962C8B-B14F-4D97-AF65-F5344CB8AC3E}">
        <p14:creationId xmlns:p14="http://schemas.microsoft.com/office/powerpoint/2010/main" val="1589535910"/>
      </p:ext>
    </p:extLst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A72F08B4-B076-9D07-B3D0-0093848C2A45}"/>
              </a:ext>
            </a:extLst>
          </p:cNvPr>
          <p:cNvSpPr txBox="1"/>
          <p:nvPr/>
        </p:nvSpPr>
        <p:spPr>
          <a:xfrm>
            <a:off x="2473872" y="2274838"/>
            <a:ext cx="7244291" cy="2308324"/>
          </a:xfrm>
          <a:prstGeom prst="rect">
            <a:avLst/>
          </a:prstGeom>
          <a:noFill/>
          <a:ln>
            <a:solidFill>
              <a:srgbClr val="FEFCF8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I’m going to tell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you a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story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…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A72F08B4-B076-9D07-B3D0-0093848C2A45}"/>
              </a:ext>
            </a:extLst>
          </p:cNvPr>
          <p:cNvSpPr txBox="1"/>
          <p:nvPr/>
        </p:nvSpPr>
        <p:spPr>
          <a:xfrm>
            <a:off x="2473872" y="2274838"/>
            <a:ext cx="7244291" cy="2308324"/>
          </a:xfrm>
          <a:prstGeom prst="rect">
            <a:avLst/>
          </a:prstGeom>
          <a:noFill/>
          <a:ln>
            <a:solidFill>
              <a:srgbClr val="FEFCF8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I’m going to tell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you a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story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…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A72F08B4-B076-9D07-B3D0-0093848C2A45}"/>
              </a:ext>
            </a:extLst>
          </p:cNvPr>
          <p:cNvSpPr txBox="1"/>
          <p:nvPr/>
        </p:nvSpPr>
        <p:spPr>
          <a:xfrm>
            <a:off x="2473872" y="2274838"/>
            <a:ext cx="7244291" cy="2308324"/>
          </a:xfrm>
          <a:prstGeom prst="rect">
            <a:avLst/>
          </a:prstGeom>
          <a:noFill/>
          <a:ln>
            <a:solidFill>
              <a:srgbClr val="FEFCF8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I’m going to tell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you a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story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…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A72F08B4-B076-9D07-B3D0-0093848C2A45}"/>
              </a:ext>
            </a:extLst>
          </p:cNvPr>
          <p:cNvSpPr txBox="1"/>
          <p:nvPr/>
        </p:nvSpPr>
        <p:spPr>
          <a:xfrm>
            <a:off x="2473872" y="2274838"/>
            <a:ext cx="7244291" cy="2308324"/>
          </a:xfrm>
          <a:prstGeom prst="rect">
            <a:avLst/>
          </a:prstGeom>
          <a:noFill/>
          <a:ln>
            <a:solidFill>
              <a:srgbClr val="FEFCF8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I’m going to tell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you a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story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…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A72F08B4-B076-9D07-B3D0-0093848C2A45}"/>
              </a:ext>
            </a:extLst>
          </p:cNvPr>
          <p:cNvSpPr txBox="1"/>
          <p:nvPr/>
        </p:nvSpPr>
        <p:spPr>
          <a:xfrm>
            <a:off x="2473872" y="2274838"/>
            <a:ext cx="7244291" cy="2308324"/>
          </a:xfrm>
          <a:prstGeom prst="rect">
            <a:avLst/>
          </a:prstGeom>
          <a:noFill/>
          <a:ln>
            <a:solidFill>
              <a:srgbClr val="FEFCF8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I’m going to tell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you a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story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…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A72F08B4-B076-9D07-B3D0-0093848C2A45}"/>
              </a:ext>
            </a:extLst>
          </p:cNvPr>
          <p:cNvSpPr txBox="1"/>
          <p:nvPr/>
        </p:nvSpPr>
        <p:spPr>
          <a:xfrm>
            <a:off x="2473872" y="2274838"/>
            <a:ext cx="7244291" cy="2308324"/>
          </a:xfrm>
          <a:prstGeom prst="rect">
            <a:avLst/>
          </a:prstGeom>
          <a:noFill/>
          <a:ln>
            <a:solidFill>
              <a:srgbClr val="FEFCF8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I’m going to tell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you a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story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1263</TotalTime>
  <Words>568</Words>
  <Application>Microsoft Macintosh PowerPoint</Application>
  <PresentationFormat>Widescreen</PresentationFormat>
  <Paragraphs>151</Paragraphs>
  <Slides>57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2" baseType="lpstr">
      <vt:lpstr>Aptos</vt:lpstr>
      <vt:lpstr>Aptos Display</vt:lpstr>
      <vt:lpstr>Arial</vt:lpstr>
      <vt:lpstr>SN Pro Heavy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 Hill</dc:creator>
  <cp:lastModifiedBy>Steve Hill</cp:lastModifiedBy>
  <cp:revision>4</cp:revision>
  <dcterms:created xsi:type="dcterms:W3CDTF">2025-05-13T11:53:54Z</dcterms:created>
  <dcterms:modified xsi:type="dcterms:W3CDTF">2025-05-14T08:57:29Z</dcterms:modified>
</cp:coreProperties>
</file>