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259" r:id="rId4"/>
    <p:sldId id="300" r:id="rId6"/>
    <p:sldId id="303" r:id="rId8"/>
    <p:sldId id="304" r:id="rId9"/>
    <p:sldId id="256" r:id="rId20"/>
    <p:sldId id="307" r:id="rId12"/>
    <p:sldId id="308" r:id="rId13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6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I'm going to tell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you a story…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D1A19-3F77-53DF-4874-6F785BC3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52CAF7-B908-A972-F0B0-1AF8ED3250C1}"/>
              </a:ext>
            </a:extLst>
          </p:cNvPr>
          <p:cNvSpPr txBox="1"/>
          <p:nvPr/>
        </p:nvSpPr>
        <p:spPr>
          <a:xfrm>
            <a:off x="1227532" y="1166843"/>
            <a:ext cx="973696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About a kid who once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watched his dad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code a version of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Hangman…</a:t>
            </a:r>
          </a:p>
        </p:txBody>
      </p:sp>
    </p:spTree>
    <p:extLst>
      <p:ext uri="{BB962C8B-B14F-4D97-AF65-F5344CB8AC3E}">
        <p14:creationId xmlns:p14="http://schemas.microsoft.com/office/powerpoint/2010/main" val="328507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57C7-3BDA-29F9-9A61-315904FB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1E266D-F873-6B95-BAAF-5122D5CDA129}"/>
              </a:ext>
            </a:extLst>
          </p:cNvPr>
          <p:cNvSpPr txBox="1"/>
          <p:nvPr/>
        </p:nvSpPr>
        <p:spPr>
          <a:xfrm>
            <a:off x="1447964" y="2274838"/>
            <a:ext cx="92961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sparked a dream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make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Didn't quite happen.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But close enough.</a:t>
            </a:r>
          </a:p>
        </p:txBody>
      </p:sp>
    </p:spTree>
    <p:extLst>
      <p:ext uri="{BB962C8B-B14F-4D97-AF65-F5344CB8AC3E}">
        <p14:creationId xmlns:p14="http://schemas.microsoft.com/office/powerpoint/2010/main" val="374001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B7FA-EB45-8C8E-5613-1EAB2959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8D916-776A-14AE-358E-76FFDCEA24B7}"/>
              </a:ext>
            </a:extLst>
          </p:cNvPr>
          <p:cNvSpPr txBox="1"/>
          <p:nvPr/>
        </p:nvSpPr>
        <p:spPr>
          <a:xfrm>
            <a:off x="2049111" y="1720840"/>
            <a:ext cx="809388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Lately, programming feels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more mystical than ever.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Can you truly understand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everything your code does?</a:t>
            </a:r>
          </a:p>
        </p:txBody>
      </p:sp>
    </p:spTree>
    <p:extLst>
      <p:ext uri="{BB962C8B-B14F-4D97-AF65-F5344CB8AC3E}">
        <p14:creationId xmlns:p14="http://schemas.microsoft.com/office/powerpoint/2010/main" val="155037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8D23-2644-4F1F-2228-8EDA4311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8799DD-04D3-52DE-8CF2-9F764B1F9380}"/>
              </a:ext>
            </a:extLst>
          </p:cNvPr>
          <p:cNvSpPr txBox="1"/>
          <p:nvPr/>
        </p:nvSpPr>
        <p:spPr>
          <a:xfrm>
            <a:off x="2299185" y="2274838"/>
            <a:ext cx="75937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So I'm going back to when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computers had &lt;0.1%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of today's RAM.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When every byte counted.</a:t>
            </a:r>
          </a:p>
        </p:txBody>
      </p:sp>
    </p:spTree>
    <p:extLst>
      <p:ext uri="{BB962C8B-B14F-4D97-AF65-F5344CB8AC3E}">
        <p14:creationId xmlns:p14="http://schemas.microsoft.com/office/powerpoint/2010/main" val="123758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71 vintage systems.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8-bit to 16-bit.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Computers and consoles.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1977-1995.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Original + modern hardware.</a:t>
            </a:r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Original + expanded hardware.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Push the limits further.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NES, Master System, Genesis: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Jump straight to assembly.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Same goals: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Beyond commercial.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12000">
                <a:solidFill>
                  <a:srgbClr val="5D5B7A"/>
                </a:solidFill>
                <a:latin typeface="SN Pro Heavy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