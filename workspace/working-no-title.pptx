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259" r:id="rId4"/>
    <p:sldId id="300" r:id="rId6"/>
    <p:sldId id="303" r:id="rId8"/>
    <p:sldId id="304" r:id="rId9"/>
    <p:sldId id="256" r:id="rId20"/>
    <p:sldId id="307" r:id="rId12"/>
    <p:sldId id="308" r:id="rId13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7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1A19-3F77-53DF-4874-6F785BC3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52CAF7-B908-A972-F0B0-1AF8ED3250C1}"/>
              </a:ext>
            </a:extLst>
          </p:cNvPr>
          <p:cNvSpPr txBox="1"/>
          <p:nvPr/>
        </p:nvSpPr>
        <p:spPr>
          <a:xfrm>
            <a:off x="1227532" y="1166843"/>
            <a:ext cx="973696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About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kid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who once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watched his dad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code a version of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Hangman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8507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57C7-3BDA-29F9-9A61-315904FB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1E266D-F873-6B95-BAAF-5122D5CDA129}"/>
              </a:ext>
            </a:extLst>
          </p:cNvPr>
          <p:cNvSpPr txBox="1"/>
          <p:nvPr/>
        </p:nvSpPr>
        <p:spPr>
          <a:xfrm>
            <a:off x="1447964" y="2274838"/>
            <a:ext cx="92961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That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feeling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sparked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desire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to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learn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001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B7FA-EB45-8C8E-5613-1EAB2959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F8D916-776A-14AE-358E-76FFDCEA24B7}"/>
              </a:ext>
            </a:extLst>
          </p:cNvPr>
          <p:cNvSpPr txBox="1"/>
          <p:nvPr/>
        </p:nvSpPr>
        <p:spPr>
          <a:xfrm>
            <a:off x="2049111" y="1720840"/>
            <a:ext cx="809388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That never </a:t>
            </a:r>
            <a:r>
              <a:rPr lang="en-US" sz="7200" b="1" i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quite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happened.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But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close enough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0376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8D23-2644-4F1F-2228-8EDA4311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8799DD-04D3-52DE-8CF2-9F764B1F9380}"/>
              </a:ext>
            </a:extLst>
          </p:cNvPr>
          <p:cNvSpPr txBox="1"/>
          <p:nvPr/>
        </p:nvSpPr>
        <p:spPr>
          <a:xfrm>
            <a:off x="2299185" y="2274838"/>
            <a:ext cx="759374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That kid was me.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Obviously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758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Are you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sure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about all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your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dependencies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 you understand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too?</a:t>
            </a:r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got me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thinking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about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simpler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GitHub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CI/CD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ChatGPT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computers had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less than 0.1%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of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RAM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that they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have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today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every byte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counted.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every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clock cycle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mattered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thought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it might be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fun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go back to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But I don’t have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time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machine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I did the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next best thing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what is it?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It’s a long-term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side project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Like, multiple years.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aiming to recreate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experience of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on vintage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starting with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 computers,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 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ZX Spectrum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Commodore 64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BBC Micro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 there, I’ll move on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and the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 computers like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Amiga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Atari ST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Why am I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doing this?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rediscover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wonder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explore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how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people created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incredible software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on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limited hardware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demystify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low-level development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using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modern tools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like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Docker, cross-compilers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emulators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highlight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craft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 code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constrained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world.</a:t>
            </a:r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learn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I want to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teach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Also, I’m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massive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nerd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How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work?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Choose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system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cover?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All the common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1980s</a:t>
            </a:r>
            <a:endParaRPr lang="en-US" sz="7200" b="1" dirty="0">
              <a:solidFill>
                <a:srgbClr val="5D5B7A"/>
              </a:solidFill>
              <a:latin typeface="SN Pro Heavy" pitchFamily="2" charset="77"/>
              <a:ea typeface="Silom" pitchFamily="2" charset="-34"/>
              <a:cs typeface="Silom" pitchFamily="2" charset="-34"/>
            </a:endParaRP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1990s.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