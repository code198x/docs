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7" r:id="rId3"/>
    <p:sldId id="317" r:id="rId36"/>
    <p:sldId id="318" r:id="rId39"/>
    <p:sldId id="319" r:id="rId40"/>
    <p:sldId id="320" r:id="rId41"/>
    <p:sldId id="321" r:id="rId42"/>
    <p:sldId id="322" r:id="rId43"/>
    <p:sldId id="256" r:id="rId20"/>
    <p:sldId id="307" r:id="rId12"/>
    <p:sldId id="308" r:id="rId13"/>
    <p:sldId id="323" r:id="rId44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7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6" Type="http://schemas.openxmlformats.org/officeDocument/2006/relationships/slide" Target="slides/slide32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Are you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sure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?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What about all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your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dependencies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?</a:t>
            </a:r>
            <a:b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</a:b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 you understand</a:t>
            </a:r>
            <a:b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</a:b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those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too?</a:t>
            </a:r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got me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thinking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about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simpler times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GitHub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CI/CD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Before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ChatGPT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computers had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less than 0.1%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of the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RAM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that they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have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today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every byte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counted.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When every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clock cycle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mattered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thought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it might be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fun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 go back to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those times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But I don’t have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time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machine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So, I did the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next best thing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So, what is it?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It’s a long-term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side project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Like, multiple years.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aiming to recreate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experience of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programming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on vintage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8-bit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16-bit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computers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starting with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8-bit computers,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like the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ZX Spectrum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Commodore 64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the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BBC Micro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From there, I’ll move on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 and the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16-bit computers like the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Amiga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 the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Atari ST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Why am I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doing this?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rediscover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wonder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of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programming.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explore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how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people created</a:t>
            </a:r>
          </a:p>
          <a:p>
            <a:pPr algn="ctr"/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incredible software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on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limited hardware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demystify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low-level development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using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modern tools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 like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Docker, cross-compilers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emulators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highlight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craft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of code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in a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constrained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world.</a:t>
            </a:r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 want to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learn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,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I want to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teach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Also, I’m a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massive</a:t>
            </a:r>
          </a:p>
          <a:p>
            <a:pPr algn="ctr"/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nerd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How will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work?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Choose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system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What will</a:t>
            </a:r>
          </a:p>
          <a:p>
            <a:pPr algn="ctr"/>
            <a:r>
              <a:rPr lang="en-US" sz="120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it cover?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All the common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computers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 and</a:t>
            </a:r>
          </a:p>
          <a:p>
            <a:pPr algn="ctr"/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consoles 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from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the </a:t>
            </a:r>
            <a:r>
              <a:rPr lang="en-US" sz="7200" b="1" dirty="0">
                <a:solidFill>
                  <a:srgbClr val="01A9F5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1980s</a:t>
            </a:r>
            <a:endParaRPr lang="en-US" sz="7200" b="1" dirty="0">
              <a:solidFill>
                <a:srgbClr val="5D5B7A"/>
              </a:solidFill>
              <a:latin typeface="SN Pro Heavy" pitchFamily="2" charset="77"/>
              <a:ea typeface="Silom" pitchFamily="2" charset="-34"/>
              <a:cs typeface="Silom" pitchFamily="2" charset="-34"/>
            </a:endParaRP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and </a:t>
            </a:r>
            <a:r>
              <a:rPr lang="en-US" sz="7200" b="1" dirty="0">
                <a:solidFill>
                  <a:srgbClr val="FFC108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1990s.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I’m going to tell</a:t>
            </a:r>
          </a:p>
          <a:p>
            <a:pPr algn="ctr"/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you a </a:t>
            </a:r>
            <a:r>
              <a:rPr lang="en-US" sz="7200" b="1" dirty="0">
                <a:solidFill>
                  <a:srgbClr val="F44336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story</a:t>
            </a:r>
            <a:r>
              <a:rPr lang="en-US" sz="7200" b="1" dirty="0">
                <a:solidFill>
                  <a:srgbClr val="5D5B7A"/>
                </a:solidFill>
                <a:latin typeface="SN Pro Heavy" pitchFamily="2" charset="77"/>
                <a:ea typeface="Silom" pitchFamily="2" charset="-34"/>
                <a:cs typeface="Silom" pitchFamily="2" charset="-34"/>
              </a:rPr>
              <a:t>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