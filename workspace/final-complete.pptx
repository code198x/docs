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317" r:id="rId36"/>
    <p:sldId id="318" r:id="rId39"/>
    <p:sldId id="319" r:id="rId40"/>
    <p:sldId id="320" r:id="rId41"/>
    <p:sldId id="321" r:id="rId42"/>
    <p:sldId id="322" r:id="rId43"/>
    <p:sldId id="256" r:id="rId20"/>
    <p:sldId id="307" r:id="rId12"/>
    <p:sldId id="308" r:id="rId13"/>
    <p:sldId id="323" r:id="rId44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324" r:id="rId45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8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2.xml"/><Relationship Id="rId36" Type="http://schemas.openxmlformats.org/officeDocument/2006/relationships/slide" Target="slides/slide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11.xml"/><Relationship Id="rId45" Type="http://schemas.openxmlformats.org/officeDocument/2006/relationships/slide" Target="slides/slide31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Once upon a time,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there was a living room.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television set.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Commodore 64 on the floor.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 young boy.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An older man.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thick book of code.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Typing.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Line by line,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a game took shape.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Hangman.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Character-based gallows.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 little man hanging.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To that boy,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it was magic.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That magic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sparked a dream.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dream of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making games.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 boy grew up.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Became a software engineer.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But the dream?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Never faded.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Now it's time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to make it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71 systems.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From the dawn of home computing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the PS2 era.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8-bit, 16-bit, 32-bit, 64-bit.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From Atari 2600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to PlayStation 2.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From Game Boy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Dreamcast.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Commodore 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8,256 lessons,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100+ complete games.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Home computers: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BASIC → Assembly.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Consoles: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Straight to the metal.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Build games from lesson 1.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Home computers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had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Let's use that.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64 BASIC lessons =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16 complete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Build. Improve.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Hit the ceiling.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Lessons 49-64: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Try professional techniques.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Watch BASIC fail.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6-8 fps. Raster jitter.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built 16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 know what's possible.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hit the limits.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Now you WANT assembly.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8,192 assembly lessons.</a:t>
            </a:r>
          </a:p>
          <a:p>
            <a:pPr marL="0" indent="0" algn="ctr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100+ games.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Pong → Platformers →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RPGs → Shoot-em-ups.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Beyond 1980s games.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Demoscene tricks.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Modern techniques.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State-of-the-art retro.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MEGA65.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ZX Spectrum Next.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Amiga Vampire.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...and many more.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Original + expanded hardware.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Consoles: No BASIC.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NES. Genesis. PlayStation.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Assembly from day one.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C when it makes sense.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instructor.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bootcamp fees.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waiting for cohorts.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Start today.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Learn at your pace.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Prerequisites: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None.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Absolute beginners welcome.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Kids can start.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Experienced devs can jump ahead.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Portfolio of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100+ complete games.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Deep hardware mastery.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Assembly expertise.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Pattern library access.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Game-first learning.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Discover concepts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through necessity,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not lectures.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byte counts.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clock cycle matters.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Think like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 systems engineer.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free.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open source.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Always.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GitHub: MIT licensed.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Content: Creative Commons.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The Vault:</a:t>
            </a:r>
          </a:p>
          <a:p>
            <a:pPr marL="0" indent="0" algn="ctr">
              <a:buNone/>
            </a:pPr>
            <a:r>
              <a:rPr b="1" sz="3800">
                <a:solidFill>
                  <a:srgbClr val="5D5B7A"/>
                </a:solidFill>
                <a:latin typeface="SN Pro Heavy"/>
              </a:rPr>
              <a:t>Encyclopedia of retro gaming.</a:t>
            </a:r>
          </a:p>
          <a:p>
            <a:pPr marL="0" indent="0" algn="ctr">
              <a:buNone/>
            </a:pPr>
            <a:r>
              <a:rPr b="1" sz="3800">
                <a:solidFill>
                  <a:srgbClr val="01A9F5"/>
                </a:solidFill>
                <a:latin typeface="SN Pro Heavy"/>
              </a:rPr>
              <a:t>Games. Creators. Machines.</a:t>
            </a:r>
          </a:p>
          <a:p>
            <a:pPr marL="0" indent="0" algn="ctr">
              <a:buNone/>
            </a:pPr>
            <a:r>
              <a:rPr b="1" sz="3800">
                <a:solidFill>
                  <a:srgbClr val="01A9F5"/>
                </a:solidFill>
                <a:latin typeface="SN Pro Heavy"/>
              </a:rPr>
              <a:t>Cultural context. Everything.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Like it?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GitHub Sponsors. Patreon.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Keep it sustainable.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Discord for chat.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GitHub Discussions for Q&amp;A.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Share your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Learn together.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Lessons 1-16 live.</a:t>
            </a:r>
          </a:p>
          <a:p>
            <a:pPr marL="0" indent="0" algn="ctr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More weekly.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code198x.stevehill.xyz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Start lesson 1 today.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000">
                <a:solidFill>
                  <a:srgbClr val="5D5B7A"/>
                </a:solidFill>
                <a:latin typeface="SN Pro Heavy"/>
              </a:rPr>
              <a:t>Test lessons. Report bugs.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Tell me your childhood machine.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Help build the next 70 systems.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lesson 1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beyond commercial.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1980s limits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2025 techniques.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magic to mastery.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