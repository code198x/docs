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315" r:id="rId2"/>
    <p:sldId id="257" r:id="rId3"/>
    <p:sldId id="259" r:id="rId4"/>
    <p:sldId id="300" r:id="rId6"/>
    <p:sldId id="303" r:id="rId8"/>
    <p:sldId id="304" r:id="rId9"/>
    <p:sldId id="256" r:id="rId20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7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243F-9764-215C-0C03-A7F2B0AB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C05C8F-58BB-504E-CAD8-D3CE35D0C9E7}"/>
              </a:ext>
            </a:extLst>
          </p:cNvPr>
          <p:cNvSpPr txBox="1"/>
          <p:nvPr/>
        </p:nvSpPr>
        <p:spPr>
          <a:xfrm>
            <a:off x="5014632" y="2459504"/>
            <a:ext cx="2162772" cy="1938992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Code Like It's 198x</a:t>
            </a:r>
          </a:p>
        </p:txBody>
      </p:sp>
    </p:spTree>
    <p:extLst>
      <p:ext uri="{BB962C8B-B14F-4D97-AF65-F5344CB8AC3E}">
        <p14:creationId xmlns:p14="http://schemas.microsoft.com/office/powerpoint/2010/main" val="85868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I'm going to tell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you a story…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1A19-3F77-53DF-4874-6F785BC3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52CAF7-B908-A972-F0B0-1AF8ED3250C1}"/>
              </a:ext>
            </a:extLst>
          </p:cNvPr>
          <p:cNvSpPr txBox="1"/>
          <p:nvPr/>
        </p:nvSpPr>
        <p:spPr>
          <a:xfrm>
            <a:off x="1227532" y="1166843"/>
            <a:ext cx="973696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About a kid who once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watched his dad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code a version of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Hangman…</a:t>
            </a:r>
          </a:p>
        </p:txBody>
      </p:sp>
    </p:spTree>
    <p:extLst>
      <p:ext uri="{BB962C8B-B14F-4D97-AF65-F5344CB8AC3E}">
        <p14:creationId xmlns:p14="http://schemas.microsoft.com/office/powerpoint/2010/main" val="328507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57C7-3BDA-29F9-9A61-315904FB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1E266D-F873-6B95-BAAF-5122D5CDA129}"/>
              </a:ext>
            </a:extLst>
          </p:cNvPr>
          <p:cNvSpPr txBox="1"/>
          <p:nvPr/>
        </p:nvSpPr>
        <p:spPr>
          <a:xfrm>
            <a:off x="1447964" y="2274838"/>
            <a:ext cx="92961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That sparked a dream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make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Didn't quite happen.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But close enough.</a:t>
            </a:r>
          </a:p>
        </p:txBody>
      </p:sp>
    </p:spTree>
    <p:extLst>
      <p:ext uri="{BB962C8B-B14F-4D97-AF65-F5344CB8AC3E}">
        <p14:creationId xmlns:p14="http://schemas.microsoft.com/office/powerpoint/2010/main" val="374001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B7FA-EB45-8C8E-5613-1EAB2959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F8D916-776A-14AE-358E-76FFDCEA24B7}"/>
              </a:ext>
            </a:extLst>
          </p:cNvPr>
          <p:cNvSpPr txBox="1"/>
          <p:nvPr/>
        </p:nvSpPr>
        <p:spPr>
          <a:xfrm>
            <a:off x="2049111" y="1720840"/>
            <a:ext cx="809388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Lately, programming feels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more mystical than ever.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Can you truly understand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everything your code does?</a:t>
            </a:r>
          </a:p>
        </p:txBody>
      </p:sp>
    </p:spTree>
    <p:extLst>
      <p:ext uri="{BB962C8B-B14F-4D97-AF65-F5344CB8AC3E}">
        <p14:creationId xmlns:p14="http://schemas.microsoft.com/office/powerpoint/2010/main" val="1550376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8D23-2644-4F1F-2228-8EDA4311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8799DD-04D3-52DE-8CF2-9F764B1F9380}"/>
              </a:ext>
            </a:extLst>
          </p:cNvPr>
          <p:cNvSpPr txBox="1"/>
          <p:nvPr/>
        </p:nvSpPr>
        <p:spPr>
          <a:xfrm>
            <a:off x="2299185" y="2274838"/>
            <a:ext cx="75937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So I'm going back to when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computers had &lt;0.1%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of today's RAM.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When every byte counted.</a:t>
            </a:r>
          </a:p>
        </p:txBody>
      </p:sp>
    </p:spTree>
    <p:extLst>
      <p:ext uri="{BB962C8B-B14F-4D97-AF65-F5344CB8AC3E}">
        <p14:creationId xmlns:p14="http://schemas.microsoft.com/office/powerpoint/2010/main" val="123758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71 vintage systems.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8-bit to 16-bit.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Computers and consoles.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1977-1995.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Original + modern hardware.</a:t>
            </a:r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Commodore 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8,256 lessons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100+ games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Home computers: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BASIC → Assembly.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Consoles: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Straight to the metal.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Build games from lesson 1.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Home computers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had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Let's use that.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64 BASIC lessons =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16 complete games.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Build. Improve.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Hit the ceiling.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Lessons 49-64: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Try professional techniques.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Watch BASIC fail.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6-8 fps. Raster jitter.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built 16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 know what's possible.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hit the limits.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Now you WANT assembly.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8,192 lessons.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100+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Pong → Platformers →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RPGs → Shmups.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Beyond 1980s games.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Demoscene tricks.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Modern techniques.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State-of-the-art retro.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MEGA65.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ZX Spectrum Next.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Amiga Vampire.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Original + expanded hardware.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Push the limits further.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NES, Master System, Genesis: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Jump straight to assembly.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Same goals: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Beyond commercial.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instructor.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bootcamp fees.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waiting for cohorts.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Start today.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Learn at your pace.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Prerequisites:</a:t>
            </a:r>
          </a:p>
          <a:p>
            <a:pPr marL="0" indent="0" algn="ctr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None.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Absolute beginners welcome.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Kids can start.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Experienced devs can jump ahead.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Portfolio of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100+ complete games.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Deep hardware mastery.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Assembly expertise.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Real systems programming skills.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Game-first learning.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Discover concepts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through necessity,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not lectures.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byte counts.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clock cycle matters.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Think like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 systems engineer.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100% free.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100% open source.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Always.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GitHub: MIT licensed.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Content: Creative Commons.</a:t>
            </a:r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Like it?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GitHub Sponsors. Patreon.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Keep it sustainable.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Discord. GitHub Discussions.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Share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Learn together.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Lessons 1-16 live.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More weekly.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code198x.stevehill.xyz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Start lesson 1 today.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000">
                <a:solidFill>
                  <a:srgbClr val="5D5B7A"/>
                </a:solidFill>
                <a:latin typeface="SN Pro Heavy"/>
              </a:rPr>
              <a:t>Test. Report bugs.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Your childhood machine?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Help build 70 systems.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lesson 1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beyond commercial.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1980s limits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2025 techniques.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magic to mastery.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12000">
                <a:solidFill>
                  <a:srgbClr val="5D5B7A"/>
                </a:solidFill>
                <a:latin typeface="SN Pro Heavy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