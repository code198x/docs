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8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6" Type="http://schemas.openxmlformats.org/officeDocument/2006/relationships/slide" Target="slides/slide2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1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Once upon a time,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there was a living room.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television set.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Commodore 64 on the floor.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 young boy.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An older man.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thick book of code.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Line by line,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a game took shape.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Hangman.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Character-based gallows.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 little man 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To that boy,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it was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magic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sparked a dream.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dream of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making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 boy grew up.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Became a software engineer.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But the dream?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Never faded.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Now it's time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to make it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71 systems.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the dawn of home computing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the PS2 era.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8-bit, 16-bit, 32-bit, 64-bit.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Atari 2600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to PlayStation 2.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From Game Boy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Dreamcast.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Original + expanded hardware.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Consoles: No BASIC.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NES. Genesis. PlayStation.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Assembly from day 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C when it makes sense.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